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4" Type="http://schemas.openxmlformats.org/officeDocument/2006/relationships/slide" Target="slides/slide1.xml"/>
<Relationship Id="rId5" Type="http://schemas.openxmlformats.org/officeDocument/2006/relationships/slide" Target="slides/slide2.xml"/>
<Relationship Id="rId6" Type="http://schemas.openxmlformats.org/officeDocument/2006/relationships/slide" Target="slides/slide3.xml"/>
<Relationship Id="rId7" Type="http://schemas.openxmlformats.org/officeDocument/2006/relationships/slide" Target="slides/slide4.xml"/>
<Relationship Id="rId8" Type="http://schemas.openxmlformats.org/officeDocument/2006/relationships/slide" Target="slides/slide5.xml"/>
<Relationship Id="rId9" Type="http://schemas.openxmlformats.org/officeDocument/2006/relationships/slide" Target="slides/slide6.xml"/>
<Relationship Id="rId10" Type="http://schemas.openxmlformats.org/officeDocument/2006/relationships/slide" Target="slides/slide7.xml"/>
<Relationship Id="rId11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Relationship Id="rId2" Type="http://schemas.openxmlformats.org/officeDocument/2006/relationships/theme" Target="../theme/theme1.xml"/>
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Title Slide Layout"/>
        <p:cNvGrpSpPr/>
        <p:nvPr>
          <p:ph/>
        </p:nvPr>
      </p:nvGrpSpPr>
      <p:grpSpPr>
        <a:xfrm>
          <a:off x="0" y="0"/>
          <a:ext cx="9144000" cy="685800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Slide Master"/>
        <p:cNvGrpSpPr/>
        <p:nvPr/>
      </p:nvGrpSpPr>
      <p:grpSpPr>
        <a:xfrm>
          <a:off x="0" y="0"/>
          <a:ext cx="9144000" cy="6858000"/>
        </a:xfrm>
      </p:grpSpPr>
    </p:spTree>
  </p:cSld>
  <p:sldLayoutIdLst>
    <p:sldLayoutId id="2147483649" r:id="rId1"/>
  </p:sldLayoutIdLst>
</p:sldMaster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Title 1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p:spLocks noGrp="1"/>
          </p:cNvSpPr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Cat Clicker</a:t>
            </a:r>
          </a:p>
        </p:txBody>
      </p:sp>
      <p:sp>
        <p:nvSpPr>
          <p:cNvPr id="3" name="Content"/>
          <p:cNvSpPr>
            <p:spLocks noGrp="1"/>
          </p:cNvSpPr>
          <p:nvPr/>
        </p:nvSpPr>
        <p:spPr>
          <a:xfrm>
            <a:off x="457200" y="1417638"/>
            <a:ext cx="8229600" cy="5016000"/>
          </a:xfrm>
        </p:spPr>
        <p:txBody>
          <a:bodyPr/>
          <a:lstStyle/>
          <a:p>
            <a:r>
              <a:t>Un jeu de clic addictif</a:t>
            </a:r>
          </a:p>
        </p:txBody>
      </p:sp>
    </p:spTree>
  </p:cSld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Title 1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p:spLocks noGrp="1"/>
          </p:cNvSpPr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Concept du Jeu</a:t>
            </a:r>
          </a:p>
        </p:txBody>
      </p:sp>
      <p:sp>
        <p:nvSpPr>
          <p:cNvPr id="3" name="Content"/>
          <p:cNvSpPr>
            <p:spLocks noGrp="1"/>
          </p:cNvSpPr>
          <p:nvPr/>
        </p:nvSpPr>
        <p:spPr>
          <a:xfrm>
            <a:off x="457200" y="1417638"/>
            <a:ext cx="8229600" cy="5016000"/>
          </a:xfrm>
        </p:spPr>
        <p:txBody>
          <a:bodyPr/>
          <a:lstStyle/>
          <a:p>
            <a:r>
              <a:t>Cliquez sur le chat pour augmenter votre score</a:t>
            </a:r>
          </a:p>
        </p:txBody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Title 1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p:spLocks noGrp="1"/>
          </p:cNvSpPr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Caracteristiques</a:t>
            </a:r>
          </a:p>
        </p:txBody>
      </p:sp>
      <p:sp>
        <p:nvSpPr>
          <p:cNvPr id="3" name="Content"/>
          <p:cNvSpPr>
            <p:spLocks noGrp="1"/>
          </p:cNvSpPr>
          <p:nvPr/>
        </p:nvSpPr>
        <p:spPr>
          <a:xfrm>
            <a:off x="457200" y="1417638"/>
            <a:ext cx="8229600" cy="5016000"/>
          </a:xfrm>
        </p:spPr>
        <p:txBody>
          <a:bodyPr/>
          <a:lstStyle/>
          <a:p>
            <a:r>
              <a:t>7 niveaux progressifs, 2 themes, Effets sonores, Systeme de vies, Score persistant</a:t>
            </a:r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Title 1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p:spLocks noGrp="1"/>
          </p:cNvSpPr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Mecaniques</a:t>
            </a:r>
          </a:p>
        </p:txBody>
      </p:sp>
      <p:sp>
        <p:nvSpPr>
          <p:cNvPr id="3" name="Content"/>
          <p:cNvSpPr>
            <p:spLocks noGrp="1"/>
          </p:cNvSpPr>
          <p:nvPr/>
        </p:nvSpPr>
        <p:spPr>
          <a:xfrm>
            <a:off x="457200" y="1417638"/>
            <a:ext cx="8229600" cy="5016000"/>
          </a:xfrm>
        </p:spPr>
        <p:txBody>
          <a:bodyPr/>
          <a:lstStyle/>
          <a:p>
            <a:r>
              <a:t>Clic de souris, Progression automatique, Multiplicateurs de points, Limite de temps</a:t>
            </a:r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Title 1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p:spLocks noGrp="1"/>
          </p:cNvSpPr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Technologie</a:t>
            </a:r>
          </a:p>
        </p:txBody>
      </p:sp>
      <p:sp>
        <p:nvSpPr>
          <p:cNvPr id="3" name="Content"/>
          <p:cNvSpPr>
            <p:spLocks noGrp="1"/>
          </p:cNvSpPr>
          <p:nvPr/>
        </p:nvSpPr>
        <p:spPr>
          <a:xfrm>
            <a:off x="457200" y="1417638"/>
            <a:ext cx="8229600" cy="5016000"/>
          </a:xfrm>
        </p:spPr>
        <p:txBody>
          <a:bodyPr/>
          <a:lstStyle/>
          <a:p>
            <a:r>
              <a:t>Developpe en C avec SDL2, Graphismes haute performance, Gestion audio integree</a:t>
            </a:r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Title 1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p:spLocks noGrp="1"/>
          </p:cNvSpPr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Objectifs</a:t>
            </a:r>
          </a:p>
        </p:txBody>
      </p:sp>
      <p:sp>
        <p:nvSpPr>
          <p:cNvPr id="3" name="Content"/>
          <p:cNvSpPr>
            <p:spLocks noGrp="1"/>
          </p:cNvSpPr>
          <p:nvPr/>
        </p:nvSpPr>
        <p:spPr>
          <a:xfrm>
            <a:off x="457200" y="1417638"/>
            <a:ext cx="8229600" cy="5016000"/>
          </a:xfrm>
        </p:spPr>
        <p:txBody>
          <a:bodyPr/>
          <a:lstStyle/>
          <a:p>
            <a:r>
              <a:t>Atteindre le niveau 7, Maximiser votre score, Completer tous les themes</a:t>
            </a:r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Title 1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p:spLocks noGrp="1"/>
          </p:cNvSpPr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Merci</a:t>
            </a:r>
          </a:p>
        </p:txBody>
      </p:sp>
      <p:sp>
        <p:nvSpPr>
          <p:cNvPr id="3" name="Content"/>
          <p:cNvSpPr>
            <p:spLocks noGrp="1"/>
          </p:cNvSpPr>
          <p:nvPr/>
        </p:nvSpPr>
        <p:spPr>
          <a:xfrm>
            <a:off x="457200" y="1417638"/>
            <a:ext cx="8229600" cy="5016000"/>
          </a:xfrm>
        </p:spPr>
        <p:txBody>
          <a:bodyPr/>
          <a:lstStyle/>
          <a:p>
            <a:r>
              <a:t>Amusez-vous bien avec Cat Clicker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</a:clrScheme>
  </a:themeElements>
</a:theme>
</file>

<file path=docProps/core.xml><?xml version="1.0" encoding="utf-8"?>
<cp:coreProperties xmlns:cp="http://schemas.openxmlformats.org/officeDocument/2006/custom-properties" xmlns:dc="http://purl.org/dc/elements/1.1/" xmlns:dcterms="http://purl.org/dc/terms/" xmlns:xsi="http://www.w3.org/2001/XMLSchema-instance">
  <dc:creator>User</dc:creator>
  <dc:title>Cat Clicker</dc:title>
</cp:coreProperties>
</file>